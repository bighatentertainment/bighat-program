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1?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2?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3?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4?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5?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6?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7?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8?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9?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10?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REG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REG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REG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REG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REG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REG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REG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REG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REG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REG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2247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08483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64718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Answer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20954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Answer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377190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Answer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33425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Answer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489661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Answer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45896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Answer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5" y="602132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