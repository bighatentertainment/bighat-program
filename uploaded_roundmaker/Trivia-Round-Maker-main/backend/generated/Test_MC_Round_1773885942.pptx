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2ce1862-884a-4672-8ed8-1513b5cfb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4A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4C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5C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6?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6C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7A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7C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8A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8C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9?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9A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9C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 Question 10?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37719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A) Answer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44577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B) Wrong 10A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51435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C) Wrong 10B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754" y="5829300"/>
            <a:ext cx="85341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2DD4BF"/>
                </a:solidFill>
              </a:defRPr>
            </a:pPr>
            <a:r>
              <a:t>D) Wrong 10C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MC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MC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MC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MC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MC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MC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MC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MC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MC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MC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57400"/>
            <a:ext cx="121916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CC15"/>
                </a:solidFill>
              </a:defRPr>
            </a:pPr>
            <a:r>
              <a:t>Time's Up!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96012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A)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152247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A)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169" y="208483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A)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264718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A)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169" y="320954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A)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3771900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A)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4334256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A)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4896612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A)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169" y="5458968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A)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6021324"/>
            <a:ext cx="9753356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A)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