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test question 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test question 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test question 3?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 is test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What is test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What is test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