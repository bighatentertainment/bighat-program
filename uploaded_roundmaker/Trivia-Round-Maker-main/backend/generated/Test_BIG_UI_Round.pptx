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548640"/>
            <a:ext cx="1097252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ACC15"/>
                </a:solidFill>
              </a:defRPr>
            </a:pPr>
            <a:r>
              <a:t>Question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1714500"/>
            <a:ext cx="10972525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Name countries in Europe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imes_up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057400"/>
            <a:ext cx="121916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Name countries in Europe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205740"/>
            <a:ext cx="10972525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ACC15"/>
                </a:solidFill>
              </a:defRPr>
            </a:pPr>
            <a:r>
              <a:t>Answers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75335" y="960120"/>
            <a:ext cx="10241023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2DD4BF"/>
                </a:solidFill>
              </a:defRPr>
            </a:pPr>
            <a:r>
              <a:t>1. France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5335" y="1522476"/>
            <a:ext cx="10241023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2DD4BF"/>
                </a:solidFill>
              </a:defRPr>
            </a:pPr>
            <a:r>
              <a:t>2. Germany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5335" y="2084832"/>
            <a:ext cx="10241023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2DD4BF"/>
                </a:solidFill>
              </a:defRPr>
            </a:pPr>
            <a:r>
              <a:t>3. Italy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5335" y="2647188"/>
            <a:ext cx="10241023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2DD4BF"/>
                </a:solidFill>
              </a:defRPr>
            </a:pPr>
            <a:r>
              <a:t>4. Spain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5335" y="3209544"/>
            <a:ext cx="10241023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2DD4BF"/>
                </a:solidFill>
              </a:defRPr>
            </a:pPr>
            <a:r>
              <a:t>5. United Kingdom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5335" y="3771900"/>
            <a:ext cx="10241023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2DD4BF"/>
                </a:solidFill>
              </a:defRPr>
            </a:pPr>
            <a:r>
              <a:t>6. Netherlands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5335" y="4334256"/>
            <a:ext cx="10241023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2DD4BF"/>
                </a:solidFill>
              </a:defRPr>
            </a:pPr>
            <a:r>
              <a:t>7. Belgium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5335" y="4896612"/>
            <a:ext cx="10241023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2DD4BF"/>
                </a:solidFill>
              </a:defRPr>
            </a:pPr>
            <a:r>
              <a:t>8. Portugal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5335" y="5458968"/>
            <a:ext cx="10241023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2DD4BF"/>
                </a:solidFill>
              </a:defRPr>
            </a:pPr>
            <a:r>
              <a:t>9. Greece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5335" y="6021324"/>
            <a:ext cx="10241023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2DD4BF"/>
                </a:solidFill>
              </a:defRPr>
            </a:pPr>
            <a:r>
              <a:t>10. Poland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057400"/>
            <a:ext cx="121916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ACC15"/>
                </a:solidFill>
              </a:defRPr>
            </a:pPr>
            <a:r>
              <a:t>Tiebreaker: What is the population of Germany?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19169" y="1371600"/>
            <a:ext cx="9753356" cy="1714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What is the population of Germany?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19169" y="3771900"/>
            <a:ext cx="9753356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DD4BF"/>
                </a:solidFill>
              </a:defRPr>
            </a:pPr>
            <a:r>
              <a:t>83 million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