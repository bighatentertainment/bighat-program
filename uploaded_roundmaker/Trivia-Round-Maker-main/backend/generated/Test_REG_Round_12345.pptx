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the largest planet?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the capital of Germany?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What is the largest planet?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What is the capital of Germany?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Jupiter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2247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Berlin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08483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64718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20954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377190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33425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489661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45896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602132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