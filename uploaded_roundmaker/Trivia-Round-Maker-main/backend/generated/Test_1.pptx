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perhaps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what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A) 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