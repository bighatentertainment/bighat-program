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c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035" y="0"/>
            <a:ext cx="38576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1?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1A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1C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2?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2C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3?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3A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3B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3C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4?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4A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4C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5?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5A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5B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5C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6?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6A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6B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6C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7?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7A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7B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7C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8?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8B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8C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9?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9A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9B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9C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10?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10A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10B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10C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Multiple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1. MC Question 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52247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2. MC Question 2?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08483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3. MC Question 3?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64718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4. MC Question 4?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20954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5. MC Question 5?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77190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6. MC Question 6?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3425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7. MC Question 7?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89661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8. MC Question 8?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545896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9. MC Question 9?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602132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10. MC Question 10?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mes_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35" y="34290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1. A) Answer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35" y="96012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2. A) Answer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157734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3. A) Answer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219456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4. A) Answer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281178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5. A) Answer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35" y="342900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6. A) Answer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404622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7. A) Answer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35" y="466344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8. A) Answer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35" y="528066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9. A) Answer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35" y="589788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DD4BF"/>
                </a:solidFill>
              </a:defRPr>
            </a:pPr>
            <a:r>
              <a:t>10. A) Answer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