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1 for SharePoint upload?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2 for SharePoint upload?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3 for SharePoint upload?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4 for SharePoint upload?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5 for SharePoint upload?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6 for SharePoint upload?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7 for SharePoint upload?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8 for SharePoint upload?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9 for SharePoint upload?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REG Question 10 for SharePoint upload?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Test REG Question 1 for SharePoint upload?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Test REG Question 2 for SharePoint upload?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Test REG Question 3 for SharePoint upload?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Test REG Question 4 for SharePoint upload?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Test REG Question 5 for SharePoint upload?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Test REG Question 6 for SharePoint upload?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Test REG Question 7 for SharePoint upload?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Test REG Question 8 for SharePoint upload?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Test REG Question 9 for SharePoint upload?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Test REG Question 10 for SharePoint upload?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