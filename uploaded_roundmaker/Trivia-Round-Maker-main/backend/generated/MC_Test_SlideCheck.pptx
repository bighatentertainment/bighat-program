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the capital of France?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London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Paris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Berlin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Madrid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planet is closest to the Sun?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Mercury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Earth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Mars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year did WW2 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1940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1943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1945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1950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Who painted the Mona Lisa?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Picasso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Monet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Van Gogh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Da Vinci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H2O?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Oxygen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Hydrogen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Helium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many continents are there?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animal is known as mans best friend?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Horse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Fish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the largest ocean?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Pacific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Atlantic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Indian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Arctic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Who wrote Romeo and Juliet?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Dickens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Shakespeare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Austen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Twain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color is a ruby?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What is the capital of France?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Which planet is closest to the Sun?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What year did WW2 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Who painted the Mona Lisa?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What is H2O?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How many continents are there?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Which animal is known as mans best friend?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What is the largest ocean?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Who wrote Romeo and Juliet?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What color is a ruby?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1. B) 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2. A) Mercury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773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3. C) 1945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1945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4. D) Da Vinci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8117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5. A)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4290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6. B)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40462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7. C) Dog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6634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8. A) Pacific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52806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9. B) Shakespeare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8978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10. D) 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