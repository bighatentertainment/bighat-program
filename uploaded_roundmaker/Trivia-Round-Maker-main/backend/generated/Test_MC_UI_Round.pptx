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the capital of France?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Paris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London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Berlin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Madrid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2 + 2?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the largest planet?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Jupiter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Saturn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4A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Answer 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Answer 4C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Answer 4D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5A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Answer 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Answer 5C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Answer 5D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6A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Answer 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Answer 6C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Answer 6D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7A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Answer 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Answer 7C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Answer 7D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8?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Answer 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Answer 8C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Answer 8D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9?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9A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Answer 9B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Answer 9C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Answer 9D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 question 10?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10A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Answer 10B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Answer 10C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Answer 10D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What is the capital of France?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What is 2 + 2?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What is the largest planet?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Test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Test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Test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Test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Test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Test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Test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CC15"/>
                </a:solidFill>
              </a:defRPr>
            </a:pPr>
            <a:r>
              <a:t>Time's Up!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96012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A) Paris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52247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B)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208483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C) Jupiter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264718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A) Answer 4A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320954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A) Answer 5A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377190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A) Answer 6A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33425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A) Answer 7A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489661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A) Answer 8A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545896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A) Answer 9A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169" y="602132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A) Answer 10A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