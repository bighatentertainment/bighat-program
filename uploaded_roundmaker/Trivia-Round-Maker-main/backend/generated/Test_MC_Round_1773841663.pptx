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b8d34e7-61a6-46f8-8f7f-3738d70749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2C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3?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3A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3C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4C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5A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5C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6A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6C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7A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7C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8?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8A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8C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9?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9A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9C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10A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10C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MC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MC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MC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MC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MC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MC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MC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MC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MC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MC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CC15"/>
                </a:solidFill>
              </a:defRPr>
            </a:pPr>
            <a:r>
              <a:t>Time's Up!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96012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A)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52247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A)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208483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A) Answer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264718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A) Answer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320954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A) Answer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377190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A) Answer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33425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A) Answer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489661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A) Answer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545896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A) Answer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169" y="602132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A) Answer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