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c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1A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1C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2C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3A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3C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4?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4A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4C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5?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5A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5B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5C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6?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6A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6C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7?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7A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7C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8?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8C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9?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9A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9B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9C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10A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10B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10C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MC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MC Question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MC Question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MC Question 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MC Question 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MC Question 6?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MC Question 7?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MC Question 8?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MC Question 9?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MC Question 10?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1. A) Answer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6012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2. A) Answer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7734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3. A) Answer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219456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4. A) Answer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81178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5. A) Answer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342900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6. A) Answer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404622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7. A) Answer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466344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8. A) Answer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528066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9. A) Answer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589788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10. A) Answer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