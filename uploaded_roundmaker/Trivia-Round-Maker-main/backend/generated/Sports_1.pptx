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96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035" y="0"/>
            <a:ext cx="38576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1?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2?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3?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4?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5?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6?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7?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8?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9?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548640"/>
            <a:ext cx="1097252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ACC15"/>
                </a:solidFill>
              </a:defRPr>
            </a:pPr>
            <a:r>
              <a:t>Question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714500"/>
            <a:ext cx="10972525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REG Question 10?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96012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1. REG Question 1?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52247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2. REG Question 2?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08483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3. REG Question 3?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64718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4. REG Question 4?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20954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5. REG Question 5?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3771900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6. REG Question 6?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84" y="4334256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7. REG Question 7?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" y="4896612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8. REG Question 8?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" y="5458968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9. REG Question 9?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" y="6021324"/>
            <a:ext cx="10972525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FFFFFF"/>
                </a:solidFill>
              </a:defRPr>
            </a:pPr>
            <a:r>
              <a:t>10. REG Question 10?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mes_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647" y="68580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6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5740"/>
            <a:ext cx="1097252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ACC15"/>
                </a:solidFill>
              </a:defRPr>
            </a:pPr>
            <a:r>
              <a:t>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35" y="960120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1. Answer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5335" y="1522476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2. Answer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5" y="2084832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3. Answer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35" y="2647188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4. Answer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35" y="3209544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5. Answer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35" y="3771900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6. Answer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35" y="4334256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7. Answer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35" y="4896612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8. Answer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35" y="5458968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9. Answer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335" y="6021324"/>
            <a:ext cx="10241023" cy="562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DD4BF"/>
                </a:solidFill>
              </a:defRPr>
            </a:pPr>
            <a:r>
              <a:t>10. Answer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