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0"/>
            <a:ext cx="1097252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</a:rPr>
              <a:t>1. </a:t>
            </a:r>
            <a:r>
              <a:rPr sz="2800" b="1">
                <a:solidFill>
                  <a:srgbClr val="FFFFFF"/>
                </a:solidFill>
              </a:rPr>
              <a:t>Q1?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12191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Q1?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1. </a:t>
            </a:r>
            <a:r>
              <a:rPr sz="1800">
                <a:solidFill>
                  <a:srgbClr val="FFFFFF"/>
                </a:solidFill>
              </a:rPr>
              <a:t>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1577340"/>
            <a:ext cx="1024102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2. </a:t>
            </a:r>
            <a:r>
              <a:rPr sz="1800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2811780"/>
            <a:ext cx="1024102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3. </a:t>
            </a:r>
            <a:r>
              <a:rPr sz="1800">
                <a:solidFill>
                  <a:srgbClr val="FFFFFF"/>
                </a:solidFill>
              </a:rPr>
              <a:t>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046220"/>
            <a:ext cx="1024102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4. </a:t>
            </a:r>
            <a:r>
              <a:rPr sz="1800">
                <a:solidFill>
                  <a:srgbClr val="FFFFFF"/>
                </a:solidFill>
              </a:rPr>
              <a:t>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5280660"/>
            <a:ext cx="1024102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5. </a:t>
            </a:r>
            <a:r>
              <a:rPr sz="1800">
                <a:solidFill>
                  <a:srgbClr val="FFFFFF"/>
                </a:solidFill>
              </a:rPr>
              <a:t>A5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12191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Tiebreaker: 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169" y="1371600"/>
            <a:ext cx="9753356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3771900"/>
            <a:ext cx="97533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DD4B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