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1. </a:t>
            </a:r>
            <a:r>
              <a:rPr sz="2800" b="1">
                <a:solidFill>
                  <a:srgbClr val="FFFFFF"/>
                </a:solidFill>
              </a:rPr>
              <a:t>What is the capital of France?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2. </a:t>
            </a:r>
            <a:r>
              <a:rPr sz="2800" b="1">
                <a:solidFill>
                  <a:srgbClr val="FFFFFF"/>
                </a:solidFill>
              </a:rPr>
              <a:t>What is 2+2?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3. </a:t>
            </a:r>
            <a:r>
              <a:rPr sz="2800" b="1">
                <a:solidFill>
                  <a:srgbClr val="FFFFFF"/>
                </a:solidFill>
              </a:rPr>
              <a:t>Who painted the Mona Lisa?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Test_Format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What is the capital of France?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834640"/>
            <a:ext cx="1097252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2. What is 2+2?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4709160"/>
            <a:ext cx="10972525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3. Who painted the Mona Lisa?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1. </a:t>
            </a:r>
            <a:r>
              <a:rPr sz="180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2400300"/>
            <a:ext cx="1024102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2. </a:t>
            </a:r>
            <a:r>
              <a:rPr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4457700"/>
            <a:ext cx="10241023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3. </a:t>
            </a:r>
            <a:r>
              <a:rPr sz="1800">
                <a:solidFill>
                  <a:srgbClr val="FFFFFF"/>
                </a:solidFill>
              </a:rPr>
              <a:t>Da Vinci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