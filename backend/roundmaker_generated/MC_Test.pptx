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c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1.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342900"/>
            <a:ext cx="10241023" cy="617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DD4BF"/>
                </a:solidFill>
              </a:defRPr>
            </a:pPr>
            <a:r>
              <a:t>1.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