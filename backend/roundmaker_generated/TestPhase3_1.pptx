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1. </a:t>
            </a:r>
            <a:r>
              <a:rPr sz="2800" b="1">
                <a:solidFill>
                  <a:srgbClr val="FFFFFF"/>
                </a:solidFill>
              </a:rPr>
              <a:t>Capital of France?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2. </a:t>
            </a:r>
            <a:r>
              <a:rPr sz="2800" b="1">
                <a:solidFill>
                  <a:srgbClr val="FFFFFF"/>
                </a:solidFill>
              </a:rPr>
              <a:t>2 + 2 =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TestPhase3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1. Capital of France?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3771900"/>
            <a:ext cx="10972525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2. 2 + 2 =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1. </a:t>
            </a:r>
            <a:r>
              <a:rPr sz="180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3429000"/>
            <a:ext cx="10241023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2. </a:t>
            </a:r>
            <a:r>
              <a:rPr sz="18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