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057400"/>
            <a:ext cx="1097252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ACC15"/>
                </a:solidFill>
              </a:rPr>
              <a:t>1. </a:t>
            </a:r>
            <a:r>
              <a:rPr sz="2800" b="1">
                <a:solidFill>
                  <a:srgbClr val="FFFFFF"/>
                </a:solidFill>
              </a:rPr>
              <a:t>Capital of France?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057400"/>
            <a:ext cx="1097252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ACC15"/>
                </a:solidFill>
              </a:rPr>
              <a:t>2. </a:t>
            </a:r>
            <a:r>
              <a:rPr sz="2800" b="1">
                <a:solidFill>
                  <a:srgbClr val="FFFFFF"/>
                </a:solidFill>
              </a:rPr>
              <a:t>2 + 2 =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205740"/>
            <a:ext cx="1097252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ACC15"/>
                </a:solidFill>
              </a:defRPr>
            </a:pPr>
            <a:r>
              <a:t>TestPhase3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60120"/>
            <a:ext cx="10972525" cy="2811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t>1. Capital of France?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3771900"/>
            <a:ext cx="10972525" cy="2811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t>2. 2 + 2 =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mes_u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5335" y="342900"/>
            <a:ext cx="10241023" cy="3086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ACC15"/>
                </a:solidFill>
              </a:rPr>
              <a:t>1. </a:t>
            </a:r>
            <a:r>
              <a:rPr sz="1800">
                <a:solidFill>
                  <a:srgbClr val="FFFFFF"/>
                </a:solidFill>
              </a:rPr>
              <a:t>Paris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5335" y="3429000"/>
            <a:ext cx="10241023" cy="3086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ACC15"/>
                </a:solidFill>
              </a:rPr>
              <a:t>2. </a:t>
            </a:r>
            <a:r>
              <a:rPr sz="18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