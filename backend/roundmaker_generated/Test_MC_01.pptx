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c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year did WW2 end?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1943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1944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1945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1946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1. What year did WW2 end?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617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DD4BF"/>
                </a:solidFill>
              </a:defRPr>
            </a:pPr>
            <a:r>
              <a:t>1. 1945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