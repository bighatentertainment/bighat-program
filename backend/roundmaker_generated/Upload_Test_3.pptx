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0"/>
            <a:ext cx="1097252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ACC15"/>
                </a:solidFill>
              </a:rPr>
              <a:t>1. </a:t>
            </a:r>
            <a:r>
              <a:rPr sz="2800" b="1">
                <a:solidFill>
                  <a:srgbClr val="FFFFFF"/>
                </a:solidFill>
              </a:rPr>
              <a:t>Test 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Upload_Test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1. Test 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342900"/>
            <a:ext cx="10241023" cy="617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</a:rPr>
              <a:t>1. </a:t>
            </a:r>
            <a:r>
              <a:rPr sz="1800">
                <a:solidFill>
                  <a:srgbClr val="FFFFFF"/>
                </a:solidFill>
              </a:rPr>
              <a:t>Test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