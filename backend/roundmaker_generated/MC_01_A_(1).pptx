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c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TV series has the most watched series finale ever?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M*A*S*H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Seinfeld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Cheers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Friends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Regina is the capital of what Canadian province?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Halifax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Nova Scotia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Saskatchewan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Manitoba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Chik-Fil-A sponsors what college football bowl game?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Peach Bowl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Sugar Bowl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Cotton Bowl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Orange Bowl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Arthur Curry is the alter ego to what comic character?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Cyclops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Green Lantern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Aqua 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Dare Devil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Stephen King novel has the most pages?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The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Carrie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Pet Cemetery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Mandark (Hahaha!-HA!-haHA-haHA!) is an antagonist on what TV show?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Space Ghost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Ren &amp; Stimpy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Dexter’s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Johnny Bravo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Which of these elements has the highest atomic number?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Gold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Silver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Titanium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Platinum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State has the only freeway measured in Metric in the 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North Dakota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New Mexico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Arizona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Minnesota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country does Heineken beer originate from?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The Netherlands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France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Germany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Switzerland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0287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 “Glizzy-Guzzler” is someone who eats a lot of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54" y="342900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Donuts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418338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Pickles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93776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Hot Dogs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692140"/>
            <a:ext cx="853418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Eggplant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Multiple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What TV series has the most watched series finale ever?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Regina is the capital of what Canadian province?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Chik-Fil-A sponsors what college football bowl game?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Arthur Curry is the alter ego to what comic character?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What Stephen King novel has the most pages?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Mandark (Hahaha!-HA!-haHA-haHA!) is an antagonist on what TV show?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Which of these elements has the highest atomic number?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What State has the only freeway measured in Metric in the US?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What country does Heineken beer originate from?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A “Glizzy-Guzzler” is someone who eats a lot of what?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34290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</a:rPr>
              <a:t>1. </a:t>
            </a:r>
            <a:r>
              <a:rPr sz="1400">
                <a:solidFill>
                  <a:srgbClr val="FFFFFF"/>
                </a:solidFill>
              </a:rPr>
              <a:t>M*A*S*H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96012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</a:rPr>
              <a:t>2. </a:t>
            </a:r>
            <a:r>
              <a:rPr sz="1400">
                <a:solidFill>
                  <a:srgbClr val="FFFFFF"/>
                </a:solidFill>
              </a:rPr>
              <a:t>Saskatchewan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7734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</a:rPr>
              <a:t>3. </a:t>
            </a:r>
            <a:r>
              <a:rPr sz="1400">
                <a:solidFill>
                  <a:srgbClr val="FFFFFF"/>
                </a:solidFill>
              </a:rPr>
              <a:t>Peach Bowl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219456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</a:rPr>
              <a:t>4. </a:t>
            </a:r>
            <a:r>
              <a:rPr sz="1400">
                <a:solidFill>
                  <a:srgbClr val="FFFFFF"/>
                </a:solidFill>
              </a:rPr>
              <a:t>Aqua 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81178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</a:rPr>
              <a:t>5. </a:t>
            </a:r>
            <a:r>
              <a:rPr sz="1400">
                <a:solidFill>
                  <a:srgbClr val="FFFFFF"/>
                </a:solidFill>
              </a:rPr>
              <a:t>The 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35" y="342900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</a:rPr>
              <a:t>6. </a:t>
            </a:r>
            <a:r>
              <a:rPr sz="1400">
                <a:solidFill>
                  <a:srgbClr val="FFFFFF"/>
                </a:solidFill>
              </a:rPr>
              <a:t>Dexter’s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404622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</a:rPr>
              <a:t>7. </a:t>
            </a:r>
            <a:r>
              <a:rPr sz="1400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466344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</a:rPr>
              <a:t>8. </a:t>
            </a:r>
            <a:r>
              <a:rPr sz="1400">
                <a:solidFill>
                  <a:srgbClr val="FFFFFF"/>
                </a:solidFill>
              </a:rPr>
              <a:t>Arizona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528066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</a:rPr>
              <a:t>9. </a:t>
            </a:r>
            <a:r>
              <a:rPr sz="1400">
                <a:solidFill>
                  <a:srgbClr val="FFFFFF"/>
                </a:solidFill>
              </a:rPr>
              <a:t>The Netherlands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5897880"/>
            <a:ext cx="10241023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</a:rPr>
              <a:t>10. </a:t>
            </a:r>
            <a:r>
              <a:rPr sz="1400">
                <a:solidFill>
                  <a:srgbClr val="FFFFFF"/>
                </a:solidFill>
              </a:rPr>
              <a:t>Hot Dogs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