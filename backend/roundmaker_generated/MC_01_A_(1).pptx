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c_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1028700"/>
            <a:ext cx="1097252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TV series has the most watched series finale ever?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342900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A) M*A*S*H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418338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B) Seinfeld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493776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C) Cheers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569214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D) Friends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1028700"/>
            <a:ext cx="1097252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Regina is the capital of what Canadian province?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342900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A) Halifax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418338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B) Nova Scotia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493776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C) Saskatchewan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569214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D) Manitoba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1028700"/>
            <a:ext cx="1097252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Chik-Fil-A sponsors what college football bowl game?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342900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A) Peach Bowl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418338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B) Sugar Bowl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493776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C) Cotton Bowl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569214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D) Orange Bowl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1028700"/>
            <a:ext cx="1097252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Arthur Curry is the alter ego to what comic character?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342900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A) Cyclops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418338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B) Green Lantern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493776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C) Aqua 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569214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D) Dare Devil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1028700"/>
            <a:ext cx="1097252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Stephen King novel has the most pages?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342900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A) The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418338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B) Carrie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493776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C)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569214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D) Pet Cemetery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1028700"/>
            <a:ext cx="1097252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Mandark (Hahaha!-HA!-haHA-haHA!) is an antagonist on what TV show?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342900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A) Space Ghost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418338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B) Ren &amp; Stimpy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493776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C) Dexter’s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569214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D) Johnny Bravo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1028700"/>
            <a:ext cx="1097252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Which of these elements has the highest atomic number?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342900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A) Gold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418338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B) Silver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493776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C) Titanium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569214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D) Platinum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1028700"/>
            <a:ext cx="1097252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State has the only freeway measured in Metric in the US?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342900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A) North Dakota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418338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B) New Mexico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493776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C) Arizona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569214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D) Minnesota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1028700"/>
            <a:ext cx="1097252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country does Heineken beer originate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342900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A) The Netherlands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418338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B) France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493776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C) Germany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569214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D) Switzerland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1028700"/>
            <a:ext cx="1097252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“Glizzy-Guzzler” is someone who eats a lot of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342900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A) Donuts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418338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B) Pickles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493776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C) Hot Dogs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5692140"/>
            <a:ext cx="8534186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2DD4BF"/>
                </a:solidFill>
              </a:defRPr>
            </a:pPr>
            <a:r>
              <a:t>D) Eggplant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05740"/>
            <a:ext cx="1097252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ACC15"/>
                </a:solidFill>
              </a:defRPr>
            </a:pPr>
            <a:r>
              <a:t>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60120"/>
            <a:ext cx="10972525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1. What TV series has the most watched series finale ever?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522476"/>
            <a:ext cx="10972525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2. Regina is the capital of what Canadian province?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2084832"/>
            <a:ext cx="10972525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3. Chik-Fil-A sponsors what college football bowl game?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2647188"/>
            <a:ext cx="10972525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4. Arthur Curry is the alter ego to what comic character?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3209544"/>
            <a:ext cx="10972525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5. What Stephen King novel has the most pages?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3771900"/>
            <a:ext cx="10972525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6. Mandark (Hahaha!-HA!-haHA-haHA!) is an antagonist on what TV show?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" y="4334256"/>
            <a:ext cx="10972525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7. Which of these elements has the highest atomic number?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" y="4896612"/>
            <a:ext cx="10972525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8. What State has the only freeway measured in Metric in the US?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" y="5458968"/>
            <a:ext cx="10972525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9. What country does Heineken beer originate from?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" y="6021324"/>
            <a:ext cx="10972525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t>10. A “Glizzy-Guzzler” is someone who eats a lot of what?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mes_u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5335" y="342900"/>
            <a:ext cx="10241023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1. </a:t>
            </a:r>
            <a:r>
              <a:rPr sz="1400">
                <a:solidFill>
                  <a:srgbClr val="FFFFFF"/>
                </a:solidFill>
              </a:rPr>
              <a:t>M*A*S*H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5335" y="960120"/>
            <a:ext cx="10241023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2. </a:t>
            </a:r>
            <a:r>
              <a:rPr sz="1400">
                <a:solidFill>
                  <a:srgbClr val="FFFFFF"/>
                </a:solidFill>
              </a:rPr>
              <a:t>Saskatchewan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1577340"/>
            <a:ext cx="10241023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3. </a:t>
            </a:r>
            <a:r>
              <a:rPr sz="1400">
                <a:solidFill>
                  <a:srgbClr val="FFFFFF"/>
                </a:solidFill>
              </a:rPr>
              <a:t>Peach Bowl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2194560"/>
            <a:ext cx="10241023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4. </a:t>
            </a:r>
            <a:r>
              <a:rPr sz="1400">
                <a:solidFill>
                  <a:srgbClr val="FFFFFF"/>
                </a:solidFill>
              </a:rPr>
              <a:t>Aqua 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2811780"/>
            <a:ext cx="10241023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5. </a:t>
            </a:r>
            <a:r>
              <a:rPr sz="1400">
                <a:solidFill>
                  <a:srgbClr val="FFFFFF"/>
                </a:solidFill>
              </a:rPr>
              <a:t>The 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35" y="3429000"/>
            <a:ext cx="10241023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6. </a:t>
            </a:r>
            <a:r>
              <a:rPr sz="1400">
                <a:solidFill>
                  <a:srgbClr val="FFFFFF"/>
                </a:solidFill>
              </a:rPr>
              <a:t>Dexter’s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35" y="4046220"/>
            <a:ext cx="10241023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7. </a:t>
            </a:r>
            <a:r>
              <a:rPr sz="1400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35" y="4663440"/>
            <a:ext cx="10241023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8. </a:t>
            </a:r>
            <a:r>
              <a:rPr sz="1400">
                <a:solidFill>
                  <a:srgbClr val="FFFFFF"/>
                </a:solidFill>
              </a:rPr>
              <a:t>Arizona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" y="5280660"/>
            <a:ext cx="10241023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9. </a:t>
            </a:r>
            <a:r>
              <a:rPr sz="1400">
                <a:solidFill>
                  <a:srgbClr val="FFFFFF"/>
                </a:solidFill>
              </a:rPr>
              <a:t>The Netherlands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5897880"/>
            <a:ext cx="10241023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10. </a:t>
            </a:r>
            <a:r>
              <a:rPr sz="1400">
                <a:solidFill>
                  <a:srgbClr val="FFFFFF"/>
                </a:solidFill>
              </a:rPr>
              <a:t>Hot Dogs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